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LiTeCAB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9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 Cycle Assessment &amp; Techno-Economic Analysis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Battery Processes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0" y="3840480"/>
            <a:ext cx="6702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desktop tool for evaluating environmental impacts, costs, and material circularity of lithium-ion battery manufacturing and recycling processes. This walkthrough reflects the current startup, inventory, and analysis workflow.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 Screen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Open LiTeCAB to the startup screen.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Load Saved for an existing .json project.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New Project for template or upload-based setup.</a:t>
            </a:r>
            <a:endParaRPr lang="en-US" sz="1100" dirty="0"/>
          </a:p>
        </p:txBody>
      </p:sp>
      <p:pic>
        <p:nvPicPr>
          <p:cNvPr id="6" name="Image 0" descr="C:\Users\vroy\Dev\Research_Code\ARPA_Circular_Suite\LiTeCAB-desktop-latest\walkthrough\screenshots\13_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37560" y="978408"/>
            <a:ext cx="8714232" cy="4901184"/>
          </a:xfrm>
          <a:prstGeom prst="ellipse">
            <a:avLst/>
          </a:prstGeom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a Template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Choose a built-in manufacturing or recycling template.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Browse categories before making a selection.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Download Blank Template / Upload Process Template for custom data.</a:t>
            </a:r>
            <a:endParaRPr lang="en-US" sz="1100" dirty="0"/>
          </a:p>
        </p:txBody>
      </p:sp>
      <p:pic>
        <p:nvPicPr>
          <p:cNvPr id="6" name="Image 0" descr="C:\Users\vroy\Dev\Research_Code\ARPA_Circular_Suite\LiTeCAB-desktop-latest\walkthrough\screenshots\15_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37560" y="978408"/>
            <a:ext cx="8714232" cy="4901184"/>
          </a:xfrm>
          <a:prstGeom prst="ellipse">
            <a:avLst/>
          </a:prstGeom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Enter a project name and confirm chemistry/category if prompted.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Click Create Project to load the model.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LiTeCAB prompts before overwriting an existing project name.</a:t>
            </a:r>
            <a:endParaRPr lang="en-US" sz="1100" dirty="0"/>
          </a:p>
        </p:txBody>
      </p:sp>
      <p:pic>
        <p:nvPicPr>
          <p:cNvPr id="6" name="Image 0" descr="C:\Users\vroy\Dev\Research_Code\ARPA_Circular_Suite\LiTeCAB-desktop-latest\walkthrough\screenshots\16_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37560" y="978408"/>
            <a:ext cx="8714232" cy="4901184"/>
          </a:xfrm>
          <a:prstGeom prst="ellipse">
            <a:avLst/>
          </a:prstGeom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Left panel: process view. Right panel: Inventory and Analysis tabs.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Select a node to inspect inputs, outputs, and parameters.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Status bar shows project details and run/save messages.</a:t>
            </a:r>
            <a:endParaRPr lang="en-US" sz="1100" dirty="0"/>
          </a:p>
        </p:txBody>
      </p:sp>
      <p:pic>
        <p:nvPicPr>
          <p:cNvPr id="6" name="Image 0" descr="C:\Users\vroy\Dev\Research_Code\ARPA_Circular_Suite\LiTeCAB-desktop-latest\walkthrough\screenshots\17_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37560" y="978408"/>
            <a:ext cx="8714232" cy="4901184"/>
          </a:xfrm>
          <a:prstGeom prst="ellipse">
            <a:avLst/>
          </a:prstGeom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a Process to Edit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Click a process node to focus its inventory.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Right panel updates to process-specific inputs.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Bottom specs show duration, temperature, equipment, and source.</a:t>
            </a:r>
            <a:endParaRPr lang="en-US" sz="1100" dirty="0"/>
          </a:p>
        </p:txBody>
      </p:sp>
      <p:pic>
        <p:nvPicPr>
          <p:cNvPr id="6" name="Image 0" descr="C:\Users\vroy\Dev\Research_Code\ARPA_Circular_Suite\LiTeCAB-desktop-latest\walkthrough\screenshots\18_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37560" y="978408"/>
            <a:ext cx="8714232" cy="4901184"/>
          </a:xfrm>
          <a:prstGeom prst="ellipse">
            <a:avLst/>
          </a:prstGeom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Input from Ecoinvent Lookup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Click + Add Input and search the lookup dataset.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Select an activity, then set quantity, unit, and cost.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Added items include TRACI data for LCA calculations.</a:t>
            </a:r>
            <a:endParaRPr lang="en-US" sz="1100" dirty="0"/>
          </a:p>
        </p:txBody>
      </p:sp>
      <p:pic>
        <p:nvPicPr>
          <p:cNvPr id="6" name="Image 0" descr="C:\Users\vroy\Dev\Research_Code\ARPA_Circular_Suite\LiTeCAB-desktop-latest\walkthrough\screenshots\20_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37560" y="978408"/>
            <a:ext cx="8714232" cy="4901184"/>
          </a:xfrm>
          <a:prstGeom prst="ellipse">
            <a:avLst/>
          </a:prstGeom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Cost-Only Items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+ Cost Only for non-LCA cost entries.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Typical items: equipment, labor, and transport.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These affect TEA totals without changing LCA impacts.</a:t>
            </a:r>
            <a:endParaRPr lang="en-US" sz="1100" dirty="0"/>
          </a:p>
        </p:txBody>
      </p:sp>
      <p:pic>
        <p:nvPicPr>
          <p:cNvPr id="6" name="Image 0" descr="C:\Users\vroy\Dev\Research_Code\ARPA_Circular_Suite\LiTeCAB-desktop-latest\walkthrough\screenshots\21_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37560" y="978408"/>
            <a:ext cx="8714232" cy="4901184"/>
          </a:xfrm>
          <a:prstGeom prst="ellipse">
            <a:avLst/>
          </a:prstGeom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LCA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Open Analysis and run Life Cycle Assessment (LCA).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TRACI v2.1 impacts are computed for the selected project.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Expand categories to review process-level contributions.</a:t>
            </a:r>
            <a:endParaRPr lang="en-US" sz="1100" dirty="0"/>
          </a:p>
        </p:txBody>
      </p:sp>
      <p:pic>
        <p:nvPicPr>
          <p:cNvPr id="6" name="Image 0" descr="C:\Users\vroy\Dev\Research_Code\ARPA_Circular_Suite\LiTeCAB-desktop-latest\walkthrough\screenshots\23_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37560" y="978408"/>
            <a:ext cx="8714232" cy="4901184"/>
          </a:xfrm>
          <a:prstGeom prst="ellipse">
            <a:avLst/>
          </a:prstGeom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TEA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Run Techno-Economic Analysis (TEA) for cost totals.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Review per-process breakdowns in the results panel.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Inventory edits flow directly into TEA outputs.</a:t>
            </a:r>
            <a:endParaRPr lang="en-US" sz="1100" dirty="0"/>
          </a:p>
        </p:txBody>
      </p:sp>
      <p:pic>
        <p:nvPicPr>
          <p:cNvPr id="6" name="Image 0" descr="C:\Users\vroy\Dev\Research_Code\ARPA_Circular_Suite\LiTeCAB-desktop-latest\walkthrough\screenshots\24_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37560" y="978408"/>
            <a:ext cx="8714232" cy="4901184"/>
          </a:xfrm>
          <a:prstGeom prst="ellipse">
            <a:avLst/>
          </a:prstGeom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Circularity Metrics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Run Circularity to evaluate key battery material loops.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Compare circularity performance across scenarios.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Export consolidated results to Excel for reporting.</a:t>
            </a:r>
            <a:endParaRPr lang="en-US" sz="1100" dirty="0"/>
          </a:p>
        </p:txBody>
      </p:sp>
      <p:pic>
        <p:nvPicPr>
          <p:cNvPr id="6" name="Image 0" descr="C:\Users\vroy\Dev\Research_Code\ARPA_Circular_Suite\LiTeCAB-desktop-latest\walkthrough\screenshots\25_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37560" y="978408"/>
            <a:ext cx="8714232" cy="4901184"/>
          </a:xfrm>
          <a:prstGeom prst="ellipse">
            <a:avLst/>
          </a:prstGeom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to Get Started?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743200" y="3474720"/>
            <a:ext cx="6702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LiTeCAB Desktop is a standalone application — no internet, database, or Python installation required. Download, install, and start analyzing.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LiTeCAB Desktop — Product Walkthrough</dc:title>
  <dc:subject>Battery LCA/TEA Analysis Tool</dc:subject>
  <dc:creator>LiTeCAB Team</dc:creator>
  <cp:lastModifiedBy>LiTeCAB Team</cp:lastModifiedBy>
  <cp:revision>1</cp:revision>
  <dcterms:created xsi:type="dcterms:W3CDTF">2026-02-20T21:06:38Z</dcterms:created>
  <dcterms:modified xsi:type="dcterms:W3CDTF">2026-02-20T21:06:38Z</dcterms:modified>
</cp:coreProperties>
</file>